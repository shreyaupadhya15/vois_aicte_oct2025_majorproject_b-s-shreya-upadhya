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9F8C6-E6C8-4F83-9E20-815B0BC7FB21}" v="78" dt="2025-10-16T05:48:45.3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87821" y="3824451"/>
            <a:ext cx="6391470" cy="861497"/>
          </a:xfrm>
        </p:spPr>
        <p:txBody>
          <a:bodyPr>
            <a:normAutofit fontScale="85000" lnSpcReduction="10000"/>
          </a:bodyPr>
          <a:lstStyle/>
          <a:p>
            <a:r>
              <a:rPr lang="en-US" dirty="0">
                <a:solidFill>
                  <a:schemeClr val="tx1"/>
                </a:solidFill>
              </a:rPr>
              <a:t>Student Name : </a:t>
            </a:r>
            <a:r>
              <a:rPr lang="en-US" b="0" dirty="0">
                <a:solidFill>
                  <a:schemeClr val="tx1"/>
                </a:solidFill>
              </a:rPr>
              <a:t>B S Shreya </a:t>
            </a:r>
            <a:r>
              <a:rPr lang="en-US" b="0" dirty="0" err="1">
                <a:solidFill>
                  <a:schemeClr val="tx1"/>
                </a:solidFill>
              </a:rPr>
              <a:t>Upadhya</a:t>
            </a:r>
            <a:endParaRPr lang="en-US" b="0" dirty="0">
              <a:solidFill>
                <a:schemeClr val="tx1"/>
              </a:solidFill>
            </a:endParaRPr>
          </a:p>
          <a:p>
            <a:r>
              <a:rPr lang="en-US" dirty="0">
                <a:solidFill>
                  <a:schemeClr val="tx1"/>
                </a:solidFill>
              </a:rPr>
              <a:t>AICTE Internship ID: </a:t>
            </a:r>
            <a:r>
              <a:rPr lang="en-IN" dirty="0"/>
              <a:t>APPLY_175647214468b1a35069bb0</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fontScale="90000"/>
          </a:bodyPr>
          <a:lstStyle/>
          <a:p>
            <a:r>
              <a:rPr lang="en-GB" sz="3200" dirty="0"/>
              <a:t>Project Title –</a:t>
            </a:r>
            <a:br>
              <a:rPr lang="en-GB" sz="3200" dirty="0"/>
            </a:br>
            <a:r>
              <a:rPr lang="en-GB" sz="3200" dirty="0"/>
              <a:t>		</a:t>
            </a:r>
            <a:r>
              <a:rPr lang="en-IN" sz="3200" dirty="0"/>
              <a:t>Netflix Dataset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1">
            <a:extLst>
              <a:ext uri="{FF2B5EF4-FFF2-40B4-BE49-F238E27FC236}">
                <a16:creationId xmlns:a16="http://schemas.microsoft.com/office/drawing/2014/main" id="{5C4C8122-0E28-B2EA-D566-0E0400276F79}"/>
              </a:ext>
            </a:extLst>
          </p:cNvPr>
          <p:cNvSpPr txBox="1">
            <a:spLocks/>
          </p:cNvSpPr>
          <p:nvPr/>
        </p:nvSpPr>
        <p:spPr>
          <a:xfrm>
            <a:off x="7575614" y="2172053"/>
            <a:ext cx="3400089"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nodePh="1">
                                  <p:stCondLst>
                                    <p:cond delay="0"/>
                                  </p:stCondLst>
                                  <p:endCondLst>
                                    <p:cond evt="begin" delay="0">
                                      <p:tn val="40"/>
                                    </p:cond>
                                  </p:endCondLst>
                                  <p:childTnLst>
                                    <p:set>
                                      <p:cBhvr>
                                        <p:cTn id="4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4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err="1"/>
              <a:t>Jupyter</a:t>
            </a:r>
            <a:r>
              <a:rPr lang="en-IN" dirty="0"/>
              <a:t> Notebook</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247E80C0-8717-1B8D-250D-BAD52A4B0CC8}"/>
              </a:ext>
            </a:extLst>
          </p:cNvPr>
          <p:cNvPicPr>
            <a:picLocks noChangeAspect="1"/>
          </p:cNvPicPr>
          <p:nvPr/>
        </p:nvPicPr>
        <p:blipFill>
          <a:blip r:embed="rId3"/>
          <a:stretch>
            <a:fillRect/>
          </a:stretch>
        </p:blipFill>
        <p:spPr>
          <a:xfrm>
            <a:off x="1587658" y="1201586"/>
            <a:ext cx="7739222" cy="542815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63E1DD5-98AB-746B-AC3F-DA0AF59AAA9B}"/>
              </a:ext>
            </a:extLst>
          </p:cNvPr>
          <p:cNvPicPr>
            <a:picLocks noChangeAspect="1"/>
          </p:cNvPicPr>
          <p:nvPr/>
        </p:nvPicPr>
        <p:blipFill>
          <a:blip r:embed="rId3"/>
          <a:stretch>
            <a:fillRect/>
          </a:stretch>
        </p:blipFill>
        <p:spPr>
          <a:xfrm>
            <a:off x="1150853" y="1189774"/>
            <a:ext cx="8800868" cy="5282146"/>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3383A23-4BE9-F7F3-2741-1D947BE8C989}"/>
              </a:ext>
            </a:extLst>
          </p:cNvPr>
          <p:cNvPicPr>
            <a:picLocks noChangeAspect="1"/>
          </p:cNvPicPr>
          <p:nvPr/>
        </p:nvPicPr>
        <p:blipFill>
          <a:blip r:embed="rId3"/>
          <a:stretch>
            <a:fillRect/>
          </a:stretch>
        </p:blipFill>
        <p:spPr>
          <a:xfrm>
            <a:off x="897833" y="1201587"/>
            <a:ext cx="5758716" cy="4787734"/>
          </a:xfrm>
          <a:prstGeom prst="rect">
            <a:avLst/>
          </a:prstGeom>
        </p:spPr>
      </p:pic>
      <p:pic>
        <p:nvPicPr>
          <p:cNvPr id="10" name="Picture 9">
            <a:extLst>
              <a:ext uri="{FF2B5EF4-FFF2-40B4-BE49-F238E27FC236}">
                <a16:creationId xmlns:a16="http://schemas.microsoft.com/office/drawing/2014/main" id="{2C02396A-5F3A-1671-D0E7-0C9CFF1CD74B}"/>
              </a:ext>
            </a:extLst>
          </p:cNvPr>
          <p:cNvPicPr>
            <a:picLocks noChangeAspect="1"/>
          </p:cNvPicPr>
          <p:nvPr/>
        </p:nvPicPr>
        <p:blipFill>
          <a:blip r:embed="rId4"/>
          <a:stretch>
            <a:fillRect/>
          </a:stretch>
        </p:blipFill>
        <p:spPr>
          <a:xfrm>
            <a:off x="5090276" y="3284220"/>
            <a:ext cx="6203891" cy="3380740"/>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937793" y="2619085"/>
            <a:ext cx="8850020" cy="2579557"/>
          </a:xfrm>
        </p:spPr>
        <p:txBody>
          <a:bodyPr vert="horz" lIns="91440" tIns="45720" rIns="91440" bIns="45720" rtlCol="0" anchor="t">
            <a:normAutofit/>
          </a:bodyPr>
          <a:lstStyle/>
          <a:p>
            <a:pPr marL="0" indent="0">
              <a:buNone/>
            </a:pPr>
            <a:r>
              <a:rPr lang="en-US" dirty="0"/>
              <a:t>https://github.com/Shreyaupadhya15/VOIS_AICTE_Oct2025_MajorProject_B-S-Shreya-Upadhya.git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AB4B134-306D-3B09-7AFE-7336F00900F3}"/>
              </a:ext>
            </a:extLst>
          </p:cNvPr>
          <p:cNvPicPr>
            <a:picLocks noChangeAspect="1"/>
          </p:cNvPicPr>
          <p:nvPr/>
        </p:nvPicPr>
        <p:blipFill>
          <a:blip r:embed="rId3"/>
          <a:stretch>
            <a:fillRect/>
          </a:stretch>
        </p:blipFill>
        <p:spPr>
          <a:xfrm>
            <a:off x="1243401" y="1175656"/>
            <a:ext cx="7738392" cy="5489303"/>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2DA0C91-B70C-3F12-945D-59D313DBFC0E}"/>
              </a:ext>
            </a:extLst>
          </p:cNvPr>
          <p:cNvPicPr>
            <a:picLocks noChangeAspect="1"/>
          </p:cNvPicPr>
          <p:nvPr/>
        </p:nvPicPr>
        <p:blipFill>
          <a:blip r:embed="rId3"/>
          <a:stretch>
            <a:fillRect/>
          </a:stretch>
        </p:blipFill>
        <p:spPr>
          <a:xfrm>
            <a:off x="1626709" y="1026592"/>
            <a:ext cx="8077128" cy="5719439"/>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11812" y="2545370"/>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1145</TotalTime>
  <Words>380</Words>
  <Application>Microsoft Office PowerPoint</Application>
  <PresentationFormat>Widescreen</PresentationFormat>
  <Paragraphs>41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   Netflix Dataset Analysis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 S SHREYA UPADHYA</cp:lastModifiedBy>
  <cp:revision>119</cp:revision>
  <dcterms:created xsi:type="dcterms:W3CDTF">2021-07-11T13:13:15Z</dcterms:created>
  <dcterms:modified xsi:type="dcterms:W3CDTF">2025-10-18T18:41:09Z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